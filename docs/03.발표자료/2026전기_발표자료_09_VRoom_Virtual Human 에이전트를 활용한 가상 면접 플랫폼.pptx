
<file path=[Content_Types].xml><?xml version="1.0" encoding="utf-8"?>
<Types xmlns="http://schemas.openxmlformats.org/package/2006/content-types"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67" r:id="rId3"/>
    <p:sldId id="257" r:id="rId4"/>
    <p:sldId id="258" r:id="rId5"/>
    <p:sldId id="259" r:id="rId6"/>
    <p:sldId id="268" r:id="rId7"/>
    <p:sldId id="260" r:id="rId8"/>
    <p:sldId id="270" r:id="rId9"/>
    <p:sldId id="269" r:id="rId10"/>
    <p:sldId id="261" r:id="rId11"/>
    <p:sldId id="262" r:id="rId12"/>
    <p:sldId id="263" r:id="rId13"/>
    <p:sldId id="271" r:id="rId14"/>
    <p:sldId id="264" r:id="rId15"/>
    <p:sldId id="272" r:id="rId16"/>
    <p:sldId id="273" r:id="rId17"/>
    <p:sldId id="265" r:id="rId18"/>
    <p:sldId id="266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75" d="100"/>
          <a:sy n="75" d="100"/>
        </p:scale>
        <p:origin x="72" y="21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700053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A3C93F-42FD-967D-1865-ECFF9A3A5F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280ABE4-9FCC-7A14-3115-D2E1BBAAAF8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71FDDE9-0B3A-1219-3CC1-6AB5F60617E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53C6CA5-8066-41DB-CD51-C84F7EFE830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89885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2.mp4"/><Relationship Id="rId1" Type="http://schemas.microsoft.com/office/2007/relationships/media" Target="../media/media2.mp4"/><Relationship Id="rId4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3.mp4"/><Relationship Id="rId1" Type="http://schemas.microsoft.com/office/2007/relationships/media" Target="../media/media3.mp4"/><Relationship Id="rId4" Type="http://schemas.openxmlformats.org/officeDocument/2006/relationships/image" Target="../media/image12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4.mp4"/><Relationship Id="rId1" Type="http://schemas.microsoft.com/office/2007/relationships/media" Target="../media/media4.mp4"/><Relationship Id="rId4" Type="http://schemas.openxmlformats.org/officeDocument/2006/relationships/image" Target="../media/image1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1_cov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200E5101-46BD-61BA-8E40-8E3962A6FF4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70502"/>
            <a:ext cx="12192000" cy="59740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62679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2_structur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persona_overvie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step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자기소개">
            <a:hlinkClick r:id="" action="ppaction://media"/>
            <a:extLst>
              <a:ext uri="{FF2B5EF4-FFF2-40B4-BE49-F238E27FC236}">
                <a16:creationId xmlns:a16="http://schemas.microsoft.com/office/drawing/2014/main" id="{82C7756C-3851-CC5F-70D4-2BD3FDF247C5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448736"/>
            <a:ext cx="12192000" cy="60228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432507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2005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steps23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기술질문_꼬리질문">
            <a:hlinkClick r:id="" action="ppaction://media"/>
            <a:extLst>
              <a:ext uri="{FF2B5EF4-FFF2-40B4-BE49-F238E27FC236}">
                <a16:creationId xmlns:a16="http://schemas.microsoft.com/office/drawing/2014/main" id="{A6BFB764-0CD4-1260-1701-742D2DC37100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72403"/>
            <a:ext cx="12192000" cy="60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877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49003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F1FD145-DBBE-6515-6074-583E1D8D2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steps234.png">
            <a:extLst>
              <a:ext uri="{FF2B5EF4-FFF2-40B4-BE49-F238E27FC236}">
                <a16:creationId xmlns:a16="http://schemas.microsoft.com/office/drawing/2014/main" id="{D35B273D-37AF-46A7-9397-8A1D502A265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522061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w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interven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step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개입">
            <a:hlinkClick r:id="" action="ppaction://media"/>
            <a:extLst>
              <a:ext uri="{FF2B5EF4-FFF2-40B4-BE49-F238E27FC236}">
                <a16:creationId xmlns:a16="http://schemas.microsoft.com/office/drawing/2014/main" id="{136BC81B-296C-66DD-B5CC-5D9A162BC7D1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192723"/>
            <a:ext cx="12192000" cy="60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761938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92352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v_step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마무리">
            <a:hlinkClick r:id="" action="ppaction://media"/>
            <a:extLst>
              <a:ext uri="{FF2B5EF4-FFF2-40B4-BE49-F238E27FC236}">
                <a16:creationId xmlns:a16="http://schemas.microsoft.com/office/drawing/2014/main" id="{0D33C2D1-87FD-BB84-845A-50E1B5A48B8D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0" y="243523"/>
            <a:ext cx="12192000" cy="60228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244137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2999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video>
              <p:cMediaNode vol="80000">
                <p:cTn id="7" fill="hold" display="0">
                  <p:stCondLst>
                    <p:cond delay="indefinite"/>
                  </p:stCondLst>
                </p:cTn>
                <p:tgtEl>
                  <p:spTgt spid="2"/>
                </p:tgtEl>
              </p:cMediaNode>
            </p:video>
            <p:seq concurrent="1" nextAc="seek">
              <p:cTn id="8" restart="whenNotActive" fill="hold" evtFilter="cancelBubble" nodeType="interactiveSeq">
                <p:stCondLst>
                  <p:cond evt="onClick" delay="0">
                    <p:tgtEl>
                      <p:spTgt spid="2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9" fill="hold">
                      <p:stCondLst>
                        <p:cond delay="0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2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2"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BE4FD74-79AE-7EFA-F9A6-A581B96125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4473"/>
            <a:ext cx="12192000" cy="670905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7732179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8_feedbac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s9_clos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12</Words>
  <Application>Microsoft Office PowerPoint</Application>
  <PresentationFormat>Widescreen</PresentationFormat>
  <Paragraphs>12</Paragraphs>
  <Slides>18</Slides>
  <Notes>12</Notes>
  <HiddenSlides>0</HiddenSlides>
  <MMClips>4</MMClips>
  <ScaleCrop>false</ScaleCrop>
  <HeadingPairs>
    <vt:vector size="6" baseType="variant">
      <vt:variant>
        <vt:lpstr>Fonts Used</vt:lpstr>
      </vt:variant>
      <vt:variant>
        <vt:i4>1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0" baseType="lpstr"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Oyusuvd Ganzorig</cp:lastModifiedBy>
  <cp:revision>2</cp:revision>
  <dcterms:created xsi:type="dcterms:W3CDTF">2026-09-20T09:10:02Z</dcterms:created>
  <dcterms:modified xsi:type="dcterms:W3CDTF">2026-09-20T09:17:47Z</dcterms:modified>
</cp:coreProperties>
</file>